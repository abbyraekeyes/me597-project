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710"/>
  </p:normalViewPr>
  <p:slideViewPr>
    <p:cSldViewPr snapToGrid="0">
      <p:cViewPr varScale="1">
        <p:scale>
          <a:sx n="116" d="100"/>
          <a:sy n="116" d="100"/>
        </p:scale>
        <p:origin x="19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8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21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290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2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67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59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33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1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7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06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0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54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36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3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43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84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4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5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3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52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84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8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80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75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68769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DF3D-EF14-344D-D97E-1E2D1DA40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B858F-BA8A-7DAC-E102-5E9F6FC15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6BEC5-F3FF-5FFD-39F1-C1C81D19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A6D5-2195-3F41-9237-680FFA871C42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95A05-F088-E03E-0875-9EC0D211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3EAFE-84A1-5E3F-43C2-FE1559C7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3B762-1C26-BB42-AEE5-E5C089ABA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CEB9-10D5-588F-4942-B2ADDCB84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A0F9E-3DA5-D41D-992C-961297EF3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2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9E7C-ABB7-CD6D-3EDB-9C5F91C1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 597 Milestone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CF733-95CB-57A0-3E63-E3CD15E39C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Robert Claud &amp; Abigail Keyes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33CAC-7DBD-50F9-7135-582BF4F3AE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6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0EEE9-2705-73BD-8F83-F2A2ACC8BB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D2B0E-1961-86C1-A9C4-178A2CC63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7EDACD-FFDC-51D9-6987-2AC20311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49759"/>
      </p:ext>
    </p:extLst>
  </p:cSld>
  <p:clrMapOvr>
    <a:masterClrMapping/>
  </p:clrMapOvr>
</p:sld>
</file>

<file path=ppt/theme/theme1.xml><?xml version="1.0" encoding="utf-8"?>
<a:theme xmlns:a="http://schemas.openxmlformats.org/drawingml/2006/main" name="MM-23-645083-Purdue-Brand-Widescreen-20231110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MM-23-645083-Purdue-Brand-Widescreen-20231110</Template>
  <TotalTime>5</TotalTime>
  <Words>9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Acumin Pro</vt:lpstr>
      <vt:lpstr>Acumin Pro Condensed Semibold</vt:lpstr>
      <vt:lpstr>Acumin Pro Medium</vt:lpstr>
      <vt:lpstr>Acumin Pro Semibold</vt:lpstr>
      <vt:lpstr>Arial</vt:lpstr>
      <vt:lpstr>Franklin Gothic Book</vt:lpstr>
      <vt:lpstr>Franklin Gothic Medium</vt:lpstr>
      <vt:lpstr>Franklin Gothic Medium Cond</vt:lpstr>
      <vt:lpstr>Wingdings</vt:lpstr>
      <vt:lpstr>MM-23-645083-Purdue-Brand-Widescreen-20231110</vt:lpstr>
      <vt:lpstr>PowerPoint Presentation</vt:lpstr>
      <vt:lpstr>ME 597 Milestone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Daniel Claud</dc:creator>
  <cp:lastModifiedBy>Robert Daniel Claud</cp:lastModifiedBy>
  <cp:revision>2</cp:revision>
  <dcterms:created xsi:type="dcterms:W3CDTF">2026-03-11T23:16:00Z</dcterms:created>
  <dcterms:modified xsi:type="dcterms:W3CDTF">2026-03-11T23:21:17Z</dcterms:modified>
</cp:coreProperties>
</file>